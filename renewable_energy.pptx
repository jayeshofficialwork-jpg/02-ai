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30936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4CAF50"/>
                </a:solidFill>
              </a:rPr>
              <a:t>The Future of Renewable Energy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36576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200">
                <a:solidFill>
                  <a:srgbClr val="FFFFFF"/>
                </a:solidFill>
              </a:rPr>
              <a:t>•  Global energy demand is rising rapidly</a:t>
            </a:r>
          </a:p>
          <a:p>
            <a:pPr>
              <a:spcBef>
                <a:spcPts val="800"/>
              </a:spcBef>
            </a:pPr>
            <a:r>
              <a:rPr sz="2200">
                <a:solidFill>
                  <a:srgbClr val="FFFFFF"/>
                </a:solidFill>
              </a:rPr>
              <a:t>•  Fossil fuels contribute to climate change</a:t>
            </a:r>
          </a:p>
          <a:p>
            <a:pPr>
              <a:spcBef>
                <a:spcPts val="800"/>
              </a:spcBef>
            </a:pPr>
            <a:r>
              <a:rPr sz="2200">
                <a:solidFill>
                  <a:srgbClr val="FFFFFF"/>
                </a:solidFill>
              </a:rPr>
              <a:t>•  Renewables offer a clean, sustainable path forward</a:t>
            </a:r>
          </a:p>
          <a:p>
            <a:pPr>
              <a:spcBef>
                <a:spcPts val="800"/>
              </a:spcBef>
            </a:pPr>
            <a:r>
              <a:rPr sz="2200">
                <a:solidFill>
                  <a:srgbClr val="FFFFFF"/>
                </a:solidFill>
              </a:rPr>
              <a:t>•  Investment in clean energy is at record highs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30936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2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4CAF50"/>
                </a:solidFill>
              </a:rPr>
              <a:t>Solar Power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36576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200">
                <a:solidFill>
                  <a:srgbClr val="FFFFFF"/>
                </a:solidFill>
              </a:rPr>
              <a:t>•  Converts sunlight directly into electricity via photovoltaic cells</a:t>
            </a:r>
          </a:p>
          <a:p>
            <a:pPr>
              <a:spcBef>
                <a:spcPts val="800"/>
              </a:spcBef>
            </a:pPr>
            <a:r>
              <a:rPr sz="2200">
                <a:solidFill>
                  <a:srgbClr val="FFFFFF"/>
                </a:solidFill>
              </a:rPr>
              <a:t>•  Costs have dropped over 90% in the last decade</a:t>
            </a:r>
          </a:p>
          <a:p>
            <a:pPr>
              <a:spcBef>
                <a:spcPts val="800"/>
              </a:spcBef>
            </a:pPr>
            <a:r>
              <a:rPr sz="2200">
                <a:solidFill>
                  <a:srgbClr val="FFFFFF"/>
                </a:solidFill>
              </a:rPr>
              <a:t>•  Rooftop and utility-scale installations growing worldwide</a:t>
            </a:r>
          </a:p>
          <a:p>
            <a:pPr>
              <a:spcBef>
                <a:spcPts val="800"/>
              </a:spcBef>
            </a:pPr>
            <a:r>
              <a:rPr sz="2200">
                <a:solidFill>
                  <a:srgbClr val="FFFFFF"/>
                </a:solidFill>
              </a:rPr>
              <a:t>•  Can be paired with battery storage for 24/7 supply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30936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3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4CAF50"/>
                </a:solidFill>
              </a:rPr>
              <a:t>Wind Energy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36576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200">
                <a:solidFill>
                  <a:srgbClr val="FFFFFF"/>
                </a:solidFill>
              </a:rPr>
              <a:t>•  Onshore and offshore wind farms generate clean electricity</a:t>
            </a:r>
          </a:p>
          <a:p>
            <a:pPr>
              <a:spcBef>
                <a:spcPts val="800"/>
              </a:spcBef>
            </a:pPr>
            <a:r>
              <a:rPr sz="2200">
                <a:solidFill>
                  <a:srgbClr val="FFFFFF"/>
                </a:solidFill>
              </a:rPr>
              <a:t>•  Wind is now the cheapest source of new power in many regions</a:t>
            </a:r>
          </a:p>
          <a:p>
            <a:pPr>
              <a:spcBef>
                <a:spcPts val="800"/>
              </a:spcBef>
            </a:pPr>
            <a:r>
              <a:rPr sz="2200">
                <a:solidFill>
                  <a:srgbClr val="FFFFFF"/>
                </a:solidFill>
              </a:rPr>
              <a:t>•  Modern turbines can power hundreds of homes each</a:t>
            </a:r>
          </a:p>
          <a:p>
            <a:pPr>
              <a:spcBef>
                <a:spcPts val="800"/>
              </a:spcBef>
            </a:pPr>
            <a:r>
              <a:rPr sz="2200">
                <a:solidFill>
                  <a:srgbClr val="FFFFFF"/>
                </a:solidFill>
              </a:rPr>
              <a:t>•  Minimal land use impact — farmland can coexist with turbines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30936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4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4CAF50"/>
                </a:solidFill>
              </a:rPr>
              <a:t>Hydropower &amp; Other 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36576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200">
                <a:solidFill>
                  <a:srgbClr val="FFFFFF"/>
                </a:solidFill>
              </a:rPr>
              <a:t>•  Hydropower is the largest renewable source globally</a:t>
            </a:r>
          </a:p>
          <a:p>
            <a:pPr>
              <a:spcBef>
                <a:spcPts val="800"/>
              </a:spcBef>
            </a:pPr>
            <a:r>
              <a:rPr sz="2200">
                <a:solidFill>
                  <a:srgbClr val="FFFFFF"/>
                </a:solidFill>
              </a:rPr>
              <a:t>•  Geothermal taps Earths internal heat for steady baseload power</a:t>
            </a:r>
          </a:p>
          <a:p>
            <a:pPr>
              <a:spcBef>
                <a:spcPts val="800"/>
              </a:spcBef>
            </a:pPr>
            <a:r>
              <a:rPr sz="2200">
                <a:solidFill>
                  <a:srgbClr val="FFFFFF"/>
                </a:solidFill>
              </a:rPr>
              <a:t>•  Tidal and wave energy are emerging technologies</a:t>
            </a:r>
          </a:p>
          <a:p>
            <a:pPr>
              <a:spcBef>
                <a:spcPts val="800"/>
              </a:spcBef>
            </a:pPr>
            <a:r>
              <a:rPr sz="2200">
                <a:solidFill>
                  <a:srgbClr val="FFFFFF"/>
                </a:solidFill>
              </a:rPr>
              <a:t>•  Biomass and hydrogen round out the renewable portfolio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30936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5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4CAF50"/>
                </a:solidFill>
              </a:rPr>
              <a:t>The Road Ahead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36576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200">
                <a:solidFill>
                  <a:srgbClr val="FFFFFF"/>
                </a:solidFill>
              </a:rPr>
              <a:t>•  100% renewable grids are technically and economically feasible</a:t>
            </a:r>
          </a:p>
          <a:p>
            <a:pPr>
              <a:spcBef>
                <a:spcPts val="800"/>
              </a:spcBef>
            </a:pPr>
            <a:r>
              <a:rPr sz="2200">
                <a:solidFill>
                  <a:srgbClr val="FFFFFF"/>
                </a:solidFill>
              </a:rPr>
              <a:t>•  Smart grids and storage are key to managing intermittency</a:t>
            </a:r>
          </a:p>
          <a:p>
            <a:pPr>
              <a:spcBef>
                <a:spcPts val="800"/>
              </a:spcBef>
            </a:pPr>
            <a:r>
              <a:rPr sz="2200">
                <a:solidFill>
                  <a:srgbClr val="FFFFFF"/>
                </a:solidFill>
              </a:rPr>
              <a:t>•  Policy support and private investment are accelerating the transition</a:t>
            </a:r>
          </a:p>
          <a:p>
            <a:pPr>
              <a:spcBef>
                <a:spcPts val="800"/>
              </a:spcBef>
            </a:pPr>
            <a:r>
              <a:rPr sz="2200">
                <a:solidFill>
                  <a:srgbClr val="FFFFFF"/>
                </a:solidFill>
              </a:rPr>
              <a:t>•  Every nation has renewable resources it can harness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